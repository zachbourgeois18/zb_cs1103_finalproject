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317" r:id="rId5"/>
    <p:sldId id="334" r:id="rId6"/>
    <p:sldId id="335" r:id="rId7"/>
    <p:sldId id="316" r:id="rId8"/>
    <p:sldId id="318" r:id="rId9"/>
    <p:sldId id="314" r:id="rId10"/>
    <p:sldId id="319" r:id="rId11"/>
    <p:sldId id="320" r:id="rId12"/>
    <p:sldId id="315" r:id="rId13"/>
    <p:sldId id="321" r:id="rId14"/>
    <p:sldId id="325" r:id="rId15"/>
    <p:sldId id="323" r:id="rId16"/>
    <p:sldId id="324" r:id="rId17"/>
    <p:sldId id="322" r:id="rId18"/>
    <p:sldId id="326" r:id="rId19"/>
    <p:sldId id="327" r:id="rId20"/>
    <p:sldId id="328" r:id="rId21"/>
    <p:sldId id="329" r:id="rId22"/>
    <p:sldId id="330" r:id="rId23"/>
    <p:sldId id="331" r:id="rId24"/>
    <p:sldId id="33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6CCC5E-B50C-300E-0D60-8CC8A0CA2BDA}" v="93" dt="2026-04-09T01:39:08.055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chary Bourgeois" userId="S::n4u62@unb.ca::943b523e-56b9-4f28-b532-12bdcb930b4e" providerId="AD" clId="Web-{C66CCC5E-B50C-300E-0D60-8CC8A0CA2BDA}"/>
    <pc:docChg chg="addSld delSld modSld">
      <pc:chgData name="Zachary Bourgeois" userId="S::n4u62@unb.ca::943b523e-56b9-4f28-b532-12bdcb930b4e" providerId="AD" clId="Web-{C66CCC5E-B50C-300E-0D60-8CC8A0CA2BDA}" dt="2026-04-09T01:39:08.055" v="91" actId="1076"/>
      <pc:docMkLst>
        <pc:docMk/>
      </pc:docMkLst>
      <pc:sldChg chg="addSp delSp modSp">
        <pc:chgData name="Zachary Bourgeois" userId="S::n4u62@unb.ca::943b523e-56b9-4f28-b532-12bdcb930b4e" providerId="AD" clId="Web-{C66CCC5E-B50C-300E-0D60-8CC8A0CA2BDA}" dt="2026-04-09T01:39:08.055" v="91" actId="1076"/>
        <pc:sldMkLst>
          <pc:docMk/>
          <pc:sldMk cId="2302010161" sldId="315"/>
        </pc:sldMkLst>
        <pc:picChg chg="del">
          <ac:chgData name="Zachary Bourgeois" userId="S::n4u62@unb.ca::943b523e-56b9-4f28-b532-12bdcb930b4e" providerId="AD" clId="Web-{C66CCC5E-B50C-300E-0D60-8CC8A0CA2BDA}" dt="2026-04-09T01:38:58.212" v="87"/>
          <ac:picMkLst>
            <pc:docMk/>
            <pc:sldMk cId="2302010161" sldId="315"/>
            <ac:picMk id="2" creationId="{4D2E11F7-69EB-40BE-F455-62A9B3A4361F}"/>
          </ac:picMkLst>
        </pc:picChg>
        <pc:picChg chg="add mod">
          <ac:chgData name="Zachary Bourgeois" userId="S::n4u62@unb.ca::943b523e-56b9-4f28-b532-12bdcb930b4e" providerId="AD" clId="Web-{C66CCC5E-B50C-300E-0D60-8CC8A0CA2BDA}" dt="2026-04-09T01:39:08.055" v="91" actId="1076"/>
          <ac:picMkLst>
            <pc:docMk/>
            <pc:sldMk cId="2302010161" sldId="315"/>
            <ac:picMk id="4" creationId="{A565AC43-4A3E-E10F-A0D2-7593A4B367F8}"/>
          </ac:picMkLst>
        </pc:picChg>
      </pc:sldChg>
      <pc:sldChg chg="new del">
        <pc:chgData name="Zachary Bourgeois" userId="S::n4u62@unb.ca::943b523e-56b9-4f28-b532-12bdcb930b4e" providerId="AD" clId="Web-{C66CCC5E-B50C-300E-0D60-8CC8A0CA2BDA}" dt="2026-04-09T00:56:28.375" v="4"/>
        <pc:sldMkLst>
          <pc:docMk/>
          <pc:sldMk cId="2864530648" sldId="333"/>
        </pc:sldMkLst>
      </pc:sldChg>
      <pc:sldChg chg="new del">
        <pc:chgData name="Zachary Bourgeois" userId="S::n4u62@unb.ca::943b523e-56b9-4f28-b532-12bdcb930b4e" providerId="AD" clId="Web-{C66CCC5E-B50C-300E-0D60-8CC8A0CA2BDA}" dt="2026-04-09T00:56:19.312" v="1"/>
        <pc:sldMkLst>
          <pc:docMk/>
          <pc:sldMk cId="3935490667" sldId="333"/>
        </pc:sldMkLst>
      </pc:sldChg>
      <pc:sldChg chg="addSp delSp modSp new">
        <pc:chgData name="Zachary Bourgeois" userId="S::n4u62@unb.ca::943b523e-56b9-4f28-b532-12bdcb930b4e" providerId="AD" clId="Web-{C66CCC5E-B50C-300E-0D60-8CC8A0CA2BDA}" dt="2026-04-09T01:04:54.571" v="86" actId="1076"/>
        <pc:sldMkLst>
          <pc:docMk/>
          <pc:sldMk cId="2373137838" sldId="334"/>
        </pc:sldMkLst>
        <pc:spChg chg="mod">
          <ac:chgData name="Zachary Bourgeois" userId="S::n4u62@unb.ca::943b523e-56b9-4f28-b532-12bdcb930b4e" providerId="AD" clId="Web-{C66CCC5E-B50C-300E-0D60-8CC8A0CA2BDA}" dt="2026-04-09T01:04:37.820" v="78" actId="1076"/>
          <ac:spMkLst>
            <pc:docMk/>
            <pc:sldMk cId="2373137838" sldId="334"/>
            <ac:spMk id="2" creationId="{8E57F943-4B69-71EC-DB09-A836C137A073}"/>
          </ac:spMkLst>
        </pc:spChg>
        <pc:spChg chg="del">
          <ac:chgData name="Zachary Bourgeois" userId="S::n4u62@unb.ca::943b523e-56b9-4f28-b532-12bdcb930b4e" providerId="AD" clId="Web-{C66CCC5E-B50C-300E-0D60-8CC8A0CA2BDA}" dt="2026-04-09T00:57:45.891" v="13"/>
          <ac:spMkLst>
            <pc:docMk/>
            <pc:sldMk cId="2373137838" sldId="334"/>
            <ac:spMk id="3" creationId="{825D14F3-37F9-8768-7ED5-B9B97C6B911B}"/>
          </ac:spMkLst>
        </pc:spChg>
        <pc:spChg chg="del">
          <ac:chgData name="Zachary Bourgeois" userId="S::n4u62@unb.ca::943b523e-56b9-4f28-b532-12bdcb930b4e" providerId="AD" clId="Web-{C66CCC5E-B50C-300E-0D60-8CC8A0CA2BDA}" dt="2026-04-09T00:57:57.250" v="16"/>
          <ac:spMkLst>
            <pc:docMk/>
            <pc:sldMk cId="2373137838" sldId="334"/>
            <ac:spMk id="4" creationId="{F644E7A6-5E2B-6C4F-744F-F82A5DEDA58E}"/>
          </ac:spMkLst>
        </pc:spChg>
        <pc:spChg chg="add del mod">
          <ac:chgData name="Zachary Bourgeois" userId="S::n4u62@unb.ca::943b523e-56b9-4f28-b532-12bdcb930b4e" providerId="AD" clId="Web-{C66CCC5E-B50C-300E-0D60-8CC8A0CA2BDA}" dt="2026-04-09T00:57:54.203" v="15"/>
          <ac:spMkLst>
            <pc:docMk/>
            <pc:sldMk cId="2373137838" sldId="334"/>
            <ac:spMk id="8" creationId="{008431FA-CCA4-7DD6-E247-E69BFB380DC5}"/>
          </ac:spMkLst>
        </pc:spChg>
        <pc:picChg chg="add del mod ord">
          <ac:chgData name="Zachary Bourgeois" userId="S::n4u62@unb.ca::943b523e-56b9-4f28-b532-12bdcb930b4e" providerId="AD" clId="Web-{C66CCC5E-B50C-300E-0D60-8CC8A0CA2BDA}" dt="2026-04-09T00:57:50.922" v="14"/>
          <ac:picMkLst>
            <pc:docMk/>
            <pc:sldMk cId="2373137838" sldId="334"/>
            <ac:picMk id="6" creationId="{684C91E7-A151-42F5-A7C1-490ABCE18AB2}"/>
          </ac:picMkLst>
        </pc:picChg>
        <pc:picChg chg="add mod">
          <ac:chgData name="Zachary Bourgeois" userId="S::n4u62@unb.ca::943b523e-56b9-4f28-b532-12bdcb930b4e" providerId="AD" clId="Web-{C66CCC5E-B50C-300E-0D60-8CC8A0CA2BDA}" dt="2026-04-09T01:04:54.571" v="86" actId="1076"/>
          <ac:picMkLst>
            <pc:docMk/>
            <pc:sldMk cId="2373137838" sldId="334"/>
            <ac:picMk id="9" creationId="{E31B1AAD-1FD6-2FCE-8379-80042913B111}"/>
          </ac:picMkLst>
        </pc:picChg>
        <pc:picChg chg="add mod">
          <ac:chgData name="Zachary Bourgeois" userId="S::n4u62@unb.ca::943b523e-56b9-4f28-b532-12bdcb930b4e" providerId="AD" clId="Web-{C66CCC5E-B50C-300E-0D60-8CC8A0CA2BDA}" dt="2026-04-09T01:04:50.883" v="85" actId="1076"/>
          <ac:picMkLst>
            <pc:docMk/>
            <pc:sldMk cId="2373137838" sldId="334"/>
            <ac:picMk id="10" creationId="{5FB79501-32DD-63D7-9A9E-A7740BF8C31B}"/>
          </ac:picMkLst>
        </pc:picChg>
        <pc:picChg chg="add del mod">
          <ac:chgData name="Zachary Bourgeois" userId="S::n4u62@unb.ca::943b523e-56b9-4f28-b532-12bdcb930b4e" providerId="AD" clId="Web-{C66CCC5E-B50C-300E-0D60-8CC8A0CA2BDA}" dt="2026-04-09T01:02:22.318" v="43"/>
          <ac:picMkLst>
            <pc:docMk/>
            <pc:sldMk cId="2373137838" sldId="334"/>
            <ac:picMk id="11" creationId="{A3A672FE-8264-143F-166F-A75FA811E824}"/>
          </ac:picMkLst>
        </pc:picChg>
        <pc:picChg chg="add del mod">
          <ac:chgData name="Zachary Bourgeois" userId="S::n4u62@unb.ca::943b523e-56b9-4f28-b532-12bdcb930b4e" providerId="AD" clId="Web-{C66CCC5E-B50C-300E-0D60-8CC8A0CA2BDA}" dt="2026-04-09T01:04:18.820" v="67"/>
          <ac:picMkLst>
            <pc:docMk/>
            <pc:sldMk cId="2373137838" sldId="334"/>
            <ac:picMk id="12" creationId="{1F1F40DE-3231-E149-B070-E38D8B2966E5}"/>
          </ac:picMkLst>
        </pc:picChg>
        <pc:picChg chg="add mod">
          <ac:chgData name="Zachary Bourgeois" userId="S::n4u62@unb.ca::943b523e-56b9-4f28-b532-12bdcb930b4e" providerId="AD" clId="Web-{C66CCC5E-B50C-300E-0D60-8CC8A0CA2BDA}" dt="2026-04-09T01:04:44.930" v="82" actId="1076"/>
          <ac:picMkLst>
            <pc:docMk/>
            <pc:sldMk cId="2373137838" sldId="334"/>
            <ac:picMk id="13" creationId="{11AD5141-9406-1ABF-80A0-3B87B4E12243}"/>
          </ac:picMkLst>
        </pc:picChg>
      </pc:sldChg>
      <pc:sldChg chg="addSp delSp modSp new">
        <pc:chgData name="Zachary Bourgeois" userId="S::n4u62@unb.ca::943b523e-56b9-4f28-b532-12bdcb930b4e" providerId="AD" clId="Web-{C66CCC5E-B50C-300E-0D60-8CC8A0CA2BDA}" dt="2026-04-09T01:04:14.476" v="66" actId="1076"/>
        <pc:sldMkLst>
          <pc:docMk/>
          <pc:sldMk cId="1315460637" sldId="335"/>
        </pc:sldMkLst>
        <pc:spChg chg="del">
          <ac:chgData name="Zachary Bourgeois" userId="S::n4u62@unb.ca::943b523e-56b9-4f28-b532-12bdcb930b4e" providerId="AD" clId="Web-{C66CCC5E-B50C-300E-0D60-8CC8A0CA2BDA}" dt="2026-04-09T01:02:07.599" v="38"/>
          <ac:spMkLst>
            <pc:docMk/>
            <pc:sldMk cId="1315460637" sldId="335"/>
            <ac:spMk id="2" creationId="{0D937D41-DDCC-1C4A-A04C-BB28675F20F9}"/>
          </ac:spMkLst>
        </pc:spChg>
        <pc:spChg chg="del">
          <ac:chgData name="Zachary Bourgeois" userId="S::n4u62@unb.ca::943b523e-56b9-4f28-b532-12bdcb930b4e" providerId="AD" clId="Web-{C66CCC5E-B50C-300E-0D60-8CC8A0CA2BDA}" dt="2026-04-09T01:02:04.442" v="37"/>
          <ac:spMkLst>
            <pc:docMk/>
            <pc:sldMk cId="1315460637" sldId="335"/>
            <ac:spMk id="3" creationId="{10FD93C1-5F9B-7D70-D986-CE5F022B5D78}"/>
          </ac:spMkLst>
        </pc:spChg>
        <pc:spChg chg="del">
          <ac:chgData name="Zachary Bourgeois" userId="S::n4u62@unb.ca::943b523e-56b9-4f28-b532-12bdcb930b4e" providerId="AD" clId="Web-{C66CCC5E-B50C-300E-0D60-8CC8A0CA2BDA}" dt="2026-04-09T01:02:09.943" v="39"/>
          <ac:spMkLst>
            <pc:docMk/>
            <pc:sldMk cId="1315460637" sldId="335"/>
            <ac:spMk id="4" creationId="{2F37AD0E-E52F-1638-6740-0E8F4F7ECBD9}"/>
          </ac:spMkLst>
        </pc:spChg>
        <pc:picChg chg="add mod">
          <ac:chgData name="Zachary Bourgeois" userId="S::n4u62@unb.ca::943b523e-56b9-4f28-b532-12bdcb930b4e" providerId="AD" clId="Web-{C66CCC5E-B50C-300E-0D60-8CC8A0CA2BDA}" dt="2026-04-09T01:04:14.445" v="65" actId="1076"/>
          <ac:picMkLst>
            <pc:docMk/>
            <pc:sldMk cId="1315460637" sldId="335"/>
            <ac:picMk id="7" creationId="{48B45A14-C145-D1F0-6F7E-9C51DCC3FD10}"/>
          </ac:picMkLst>
        </pc:picChg>
        <pc:picChg chg="add del mod">
          <ac:chgData name="Zachary Bourgeois" userId="S::n4u62@unb.ca::943b523e-56b9-4f28-b532-12bdcb930b4e" providerId="AD" clId="Web-{C66CCC5E-B50C-300E-0D60-8CC8A0CA2BDA}" dt="2026-04-09T01:02:54.740" v="46"/>
          <ac:picMkLst>
            <pc:docMk/>
            <pc:sldMk cId="1315460637" sldId="335"/>
            <ac:picMk id="9" creationId="{855B4A16-C4E4-5755-87F9-9D0DD0E55642}"/>
          </ac:picMkLst>
        </pc:picChg>
        <pc:picChg chg="add mod">
          <ac:chgData name="Zachary Bourgeois" userId="S::n4u62@unb.ca::943b523e-56b9-4f28-b532-12bdcb930b4e" providerId="AD" clId="Web-{C66CCC5E-B50C-300E-0D60-8CC8A0CA2BDA}" dt="2026-04-09T01:04:14.476" v="66" actId="1076"/>
          <ac:picMkLst>
            <pc:docMk/>
            <pc:sldMk cId="1315460637" sldId="335"/>
            <ac:picMk id="10" creationId="{9B09786B-E9B4-ACF4-F446-8365C450119A}"/>
          </ac:picMkLst>
        </pc:picChg>
      </pc:sldChg>
    </pc:docChg>
  </pc:docChgLst>
  <pc:docChgLst>
    <pc:chgData name="Zachary Bourgeois" userId="S::n4u62@unb.ca::943b523e-56b9-4f28-b532-12bdcb930b4e" providerId="AD" clId="Web-{C7EE3F10-A775-1D9B-6D11-00D34388A473}"/>
    <pc:docChg chg="addSld delSld modSld sldOrd">
      <pc:chgData name="Zachary Bourgeois" userId="S::n4u62@unb.ca::943b523e-56b9-4f28-b532-12bdcb930b4e" providerId="AD" clId="Web-{C7EE3F10-A775-1D9B-6D11-00D34388A473}" dt="2026-04-05T03:51:18.050" v="316" actId="14100"/>
      <pc:docMkLst>
        <pc:docMk/>
      </pc:docMkLst>
      <pc:sldChg chg="addSp delSp modSp">
        <pc:chgData name="Zachary Bourgeois" userId="S::n4u62@unb.ca::943b523e-56b9-4f28-b532-12bdcb930b4e" providerId="AD" clId="Web-{C7EE3F10-A775-1D9B-6D11-00D34388A473}" dt="2026-04-05T03:36:44.219" v="163" actId="1076"/>
        <pc:sldMkLst>
          <pc:docMk/>
          <pc:sldMk cId="82250651" sldId="314"/>
        </pc:sldMkLst>
        <pc:spChg chg="mod">
          <ac:chgData name="Zachary Bourgeois" userId="S::n4u62@unb.ca::943b523e-56b9-4f28-b532-12bdcb930b4e" providerId="AD" clId="Web-{C7EE3F10-A775-1D9B-6D11-00D34388A473}" dt="2026-04-05T03:36:44.204" v="161" actId="1076"/>
          <ac:spMkLst>
            <pc:docMk/>
            <pc:sldMk cId="82250651" sldId="314"/>
            <ac:spMk id="3" creationId="{43B3004F-891E-E0B4-FC2D-A5949EC33A3D}"/>
          </ac:spMkLst>
        </pc:spChg>
        <pc:spChg chg="mod">
          <ac:chgData name="Zachary Bourgeois" userId="S::n4u62@unb.ca::943b523e-56b9-4f28-b532-12bdcb930b4e" providerId="AD" clId="Web-{C7EE3F10-A775-1D9B-6D11-00D34388A473}" dt="2026-04-05T03:30:39.245" v="105" actId="1076"/>
          <ac:spMkLst>
            <pc:docMk/>
            <pc:sldMk cId="82250651" sldId="314"/>
            <ac:spMk id="4" creationId="{E52EF1C1-5933-D909-38D2-D22F630A85FE}"/>
          </ac:spMkLst>
        </pc:spChg>
        <pc:spChg chg="add mod">
          <ac:chgData name="Zachary Bourgeois" userId="S::n4u62@unb.ca::943b523e-56b9-4f28-b532-12bdcb930b4e" providerId="AD" clId="Web-{C7EE3F10-A775-1D9B-6D11-00D34388A473}" dt="2026-04-05T03:36:44.219" v="162" actId="1076"/>
          <ac:spMkLst>
            <pc:docMk/>
            <pc:sldMk cId="82250651" sldId="314"/>
            <ac:spMk id="9" creationId="{20D9FC30-5CF1-4383-9E7F-AC02450DD0B1}"/>
          </ac:spMkLst>
        </pc:spChg>
        <pc:spChg chg="add mod">
          <ac:chgData name="Zachary Bourgeois" userId="S::n4u62@unb.ca::943b523e-56b9-4f28-b532-12bdcb930b4e" providerId="AD" clId="Web-{C7EE3F10-A775-1D9B-6D11-00D34388A473}" dt="2026-04-05T03:36:44.219" v="163" actId="1076"/>
          <ac:spMkLst>
            <pc:docMk/>
            <pc:sldMk cId="82250651" sldId="314"/>
            <ac:spMk id="10" creationId="{2F891184-9698-0DB9-4FE1-A465FCC923F0}"/>
          </ac:spMkLst>
        </pc:spChg>
      </pc:sldChg>
      <pc:sldChg chg="addSp delSp modSp ord">
        <pc:chgData name="Zachary Bourgeois" userId="S::n4u62@unb.ca::943b523e-56b9-4f28-b532-12bdcb930b4e" providerId="AD" clId="Web-{C7EE3F10-A775-1D9B-6D11-00D34388A473}" dt="2026-04-05T03:38:34.703" v="182"/>
        <pc:sldMkLst>
          <pc:docMk/>
          <pc:sldMk cId="2302010161" sldId="315"/>
        </pc:sldMkLst>
        <pc:spChg chg="mod">
          <ac:chgData name="Zachary Bourgeois" userId="S::n4u62@unb.ca::943b523e-56b9-4f28-b532-12bdcb930b4e" providerId="AD" clId="Web-{C7EE3F10-A775-1D9B-6D11-00D34388A473}" dt="2026-04-05T03:19:03.231" v="59" actId="1076"/>
          <ac:spMkLst>
            <pc:docMk/>
            <pc:sldMk cId="2302010161" sldId="315"/>
            <ac:spMk id="3" creationId="{E3C15354-374E-4710-792F-592E588BAAE2}"/>
          </ac:spMkLst>
        </pc:spChg>
      </pc:sldChg>
      <pc:sldChg chg="addSp delSp modSp">
        <pc:chgData name="Zachary Bourgeois" userId="S::n4u62@unb.ca::943b523e-56b9-4f28-b532-12bdcb930b4e" providerId="AD" clId="Web-{C7EE3F10-A775-1D9B-6D11-00D34388A473}" dt="2026-04-05T00:57:48.935" v="36" actId="20577"/>
        <pc:sldMkLst>
          <pc:docMk/>
          <pc:sldMk cId="554382460" sldId="316"/>
        </pc:sldMkLst>
        <pc:spChg chg="mod">
          <ac:chgData name="Zachary Bourgeois" userId="S::n4u62@unb.ca::943b523e-56b9-4f28-b532-12bdcb930b4e" providerId="AD" clId="Web-{C7EE3F10-A775-1D9B-6D11-00D34388A473}" dt="2026-04-05T00:57:48.935" v="36" actId="20577"/>
          <ac:spMkLst>
            <pc:docMk/>
            <pc:sldMk cId="554382460" sldId="316"/>
            <ac:spMk id="3" creationId="{986F71E8-8D71-9405-3A01-01C3B8F86877}"/>
          </ac:spMkLst>
        </pc:spChg>
        <pc:spChg chg="mod">
          <ac:chgData name="Zachary Bourgeois" userId="S::n4u62@unb.ca::943b523e-56b9-4f28-b532-12bdcb930b4e" providerId="AD" clId="Web-{C7EE3F10-A775-1D9B-6D11-00D34388A473}" dt="2026-04-05T00:57:41.732" v="35" actId="20577"/>
          <ac:spMkLst>
            <pc:docMk/>
            <pc:sldMk cId="554382460" sldId="316"/>
            <ac:spMk id="4" creationId="{392C90C5-5198-C255-02F9-1608AA49E088}"/>
          </ac:spMkLst>
        </pc:spChg>
        <pc:picChg chg="add mod ord">
          <ac:chgData name="Zachary Bourgeois" userId="S::n4u62@unb.ca::943b523e-56b9-4f28-b532-12bdcb930b4e" providerId="AD" clId="Web-{C7EE3F10-A775-1D9B-6D11-00D34388A473}" dt="2026-04-05T00:56:43.326" v="30" actId="1076"/>
          <ac:picMkLst>
            <pc:docMk/>
            <pc:sldMk cId="554382460" sldId="316"/>
            <ac:picMk id="8" creationId="{D7721B4E-EB8B-B29C-8001-FDF8CC0FEDFD}"/>
          </ac:picMkLst>
        </pc:picChg>
      </pc:sldChg>
      <pc:sldChg chg="modSp">
        <pc:chgData name="Zachary Bourgeois" userId="S::n4u62@unb.ca::943b523e-56b9-4f28-b532-12bdcb930b4e" providerId="AD" clId="Web-{C7EE3F10-A775-1D9B-6D11-00D34388A473}" dt="2026-04-05T00:54:58.306" v="20" actId="20577"/>
        <pc:sldMkLst>
          <pc:docMk/>
          <pc:sldMk cId="4011334062" sldId="317"/>
        </pc:sldMkLst>
        <pc:spChg chg="mod">
          <ac:chgData name="Zachary Bourgeois" userId="S::n4u62@unb.ca::943b523e-56b9-4f28-b532-12bdcb930b4e" providerId="AD" clId="Web-{C7EE3F10-A775-1D9B-6D11-00D34388A473}" dt="2026-04-05T00:54:58.306" v="20" actId="20577"/>
          <ac:spMkLst>
            <pc:docMk/>
            <pc:sldMk cId="4011334062" sldId="317"/>
            <ac:spMk id="2" creationId="{1B061384-8C2A-AC46-D296-2DF95CBF10BB}"/>
          </ac:spMkLst>
        </pc:spChg>
        <pc:spChg chg="mod">
          <ac:chgData name="Zachary Bourgeois" userId="S::n4u62@unb.ca::943b523e-56b9-4f28-b532-12bdcb930b4e" providerId="AD" clId="Web-{C7EE3F10-A775-1D9B-6D11-00D34388A473}" dt="2026-04-05T00:54:47.790" v="18" actId="14100"/>
          <ac:spMkLst>
            <pc:docMk/>
            <pc:sldMk cId="4011334062" sldId="317"/>
            <ac:spMk id="3" creationId="{FEF606B8-D15C-3916-2C66-49DEC593A3C2}"/>
          </ac:spMkLst>
        </pc:spChg>
      </pc:sldChg>
      <pc:sldChg chg="modSp new">
        <pc:chgData name="Zachary Bourgeois" userId="S::n4u62@unb.ca::943b523e-56b9-4f28-b532-12bdcb930b4e" providerId="AD" clId="Web-{C7EE3F10-A775-1D9B-6D11-00D34388A473}" dt="2026-04-05T03:29:44.527" v="100" actId="20577"/>
        <pc:sldMkLst>
          <pc:docMk/>
          <pc:sldMk cId="870662201" sldId="318"/>
        </pc:sldMkLst>
        <pc:spChg chg="mod">
          <ac:chgData name="Zachary Bourgeois" userId="S::n4u62@unb.ca::943b523e-56b9-4f28-b532-12bdcb930b4e" providerId="AD" clId="Web-{C7EE3F10-A775-1D9B-6D11-00D34388A473}" dt="2026-04-05T03:29:37.136" v="95" actId="20577"/>
          <ac:spMkLst>
            <pc:docMk/>
            <pc:sldMk cId="870662201" sldId="318"/>
            <ac:spMk id="2" creationId="{3413388C-1EF5-88B8-D6BB-1AAC6549B787}"/>
          </ac:spMkLst>
        </pc:spChg>
        <pc:spChg chg="mod">
          <ac:chgData name="Zachary Bourgeois" userId="S::n4u62@unb.ca::943b523e-56b9-4f28-b532-12bdcb930b4e" providerId="AD" clId="Web-{C7EE3F10-A775-1D9B-6D11-00D34388A473}" dt="2026-04-05T03:29:40.323" v="97" actId="20577"/>
          <ac:spMkLst>
            <pc:docMk/>
            <pc:sldMk cId="870662201" sldId="318"/>
            <ac:spMk id="3" creationId="{CE3AB415-9858-ECC3-31C6-029E6D72BDE6}"/>
          </ac:spMkLst>
        </pc:spChg>
        <pc:spChg chg="mod">
          <ac:chgData name="Zachary Bourgeois" userId="S::n4u62@unb.ca::943b523e-56b9-4f28-b532-12bdcb930b4e" providerId="AD" clId="Web-{C7EE3F10-A775-1D9B-6D11-00D34388A473}" dt="2026-04-05T03:29:44.527" v="100" actId="20577"/>
          <ac:spMkLst>
            <pc:docMk/>
            <pc:sldMk cId="870662201" sldId="318"/>
            <ac:spMk id="4" creationId="{F7375A30-78C0-D368-080E-6B78D80A8C00}"/>
          </ac:spMkLst>
        </pc:spChg>
      </pc:sldChg>
      <pc:sldChg chg="delSp modSp add replId">
        <pc:chgData name="Zachary Bourgeois" userId="S::n4u62@unb.ca::943b523e-56b9-4f28-b532-12bdcb930b4e" providerId="AD" clId="Web-{C7EE3F10-A775-1D9B-6D11-00D34388A473}" dt="2026-04-05T03:37:28.891" v="178" actId="14100"/>
        <pc:sldMkLst>
          <pc:docMk/>
          <pc:sldMk cId="3460875266" sldId="319"/>
        </pc:sldMkLst>
        <pc:spChg chg="mod">
          <ac:chgData name="Zachary Bourgeois" userId="S::n4u62@unb.ca::943b523e-56b9-4f28-b532-12bdcb930b4e" providerId="AD" clId="Web-{C7EE3F10-A775-1D9B-6D11-00D34388A473}" dt="2026-04-05T03:37:28.891" v="178" actId="14100"/>
          <ac:spMkLst>
            <pc:docMk/>
            <pc:sldMk cId="3460875266" sldId="319"/>
            <ac:spMk id="3" creationId="{038E8914-F023-578C-F8C4-B648129EC8F7}"/>
          </ac:spMkLst>
        </pc:spChg>
        <pc:spChg chg="mod">
          <ac:chgData name="Zachary Bourgeois" userId="S::n4u62@unb.ca::943b523e-56b9-4f28-b532-12bdcb930b4e" providerId="AD" clId="Web-{C7EE3F10-A775-1D9B-6D11-00D34388A473}" dt="2026-04-05T03:36:58.578" v="170" actId="20577"/>
          <ac:spMkLst>
            <pc:docMk/>
            <pc:sldMk cId="3460875266" sldId="319"/>
            <ac:spMk id="4" creationId="{DFFE45E7-19C3-FFC2-22C6-3AC9C5F382A5}"/>
          </ac:spMkLst>
        </pc:spChg>
      </pc:sldChg>
      <pc:sldChg chg="delSp modSp new">
        <pc:chgData name="Zachary Bourgeois" userId="S::n4u62@unb.ca::943b523e-56b9-4f28-b532-12bdcb930b4e" providerId="AD" clId="Web-{C7EE3F10-A775-1D9B-6D11-00D34388A473}" dt="2026-04-05T03:41:29.535" v="207" actId="20577"/>
        <pc:sldMkLst>
          <pc:docMk/>
          <pc:sldMk cId="2903256752" sldId="320"/>
        </pc:sldMkLst>
        <pc:spChg chg="mod">
          <ac:chgData name="Zachary Bourgeois" userId="S::n4u62@unb.ca::943b523e-56b9-4f28-b532-12bdcb930b4e" providerId="AD" clId="Web-{C7EE3F10-A775-1D9B-6D11-00D34388A473}" dt="2026-04-05T03:40:45.660" v="193" actId="20577"/>
          <ac:spMkLst>
            <pc:docMk/>
            <pc:sldMk cId="2903256752" sldId="320"/>
            <ac:spMk id="2" creationId="{88A14493-8B9F-D7B5-FFDD-2C8C839BFA44}"/>
          </ac:spMkLst>
        </pc:spChg>
        <pc:spChg chg="mod">
          <ac:chgData name="Zachary Bourgeois" userId="S::n4u62@unb.ca::943b523e-56b9-4f28-b532-12bdcb930b4e" providerId="AD" clId="Web-{C7EE3F10-A775-1D9B-6D11-00D34388A473}" dt="2026-04-05T03:41:29.535" v="207" actId="20577"/>
          <ac:spMkLst>
            <pc:docMk/>
            <pc:sldMk cId="2903256752" sldId="320"/>
            <ac:spMk id="3" creationId="{C5096833-CF32-ABD5-8BD3-51C3584C8BFC}"/>
          </ac:spMkLst>
        </pc:spChg>
      </pc:sldChg>
      <pc:sldChg chg="addSp delSp modSp new">
        <pc:chgData name="Zachary Bourgeois" userId="S::n4u62@unb.ca::943b523e-56b9-4f28-b532-12bdcb930b4e" providerId="AD" clId="Web-{C7EE3F10-A775-1D9B-6D11-00D34388A473}" dt="2026-04-05T03:43:50.613" v="223"/>
        <pc:sldMkLst>
          <pc:docMk/>
          <pc:sldMk cId="907637717" sldId="321"/>
        </pc:sldMkLst>
        <pc:spChg chg="mod">
          <ac:chgData name="Zachary Bourgeois" userId="S::n4u62@unb.ca::943b523e-56b9-4f28-b532-12bdcb930b4e" providerId="AD" clId="Web-{C7EE3F10-A775-1D9B-6D11-00D34388A473}" dt="2026-04-05T03:42:42.848" v="209" actId="20577"/>
          <ac:spMkLst>
            <pc:docMk/>
            <pc:sldMk cId="907637717" sldId="321"/>
            <ac:spMk id="2" creationId="{5EB17AFF-248E-1DB2-13BA-1A1ED7A37015}"/>
          </ac:spMkLst>
        </pc:spChg>
        <pc:spChg chg="mod">
          <ac:chgData name="Zachary Bourgeois" userId="S::n4u62@unb.ca::943b523e-56b9-4f28-b532-12bdcb930b4e" providerId="AD" clId="Web-{C7EE3F10-A775-1D9B-6D11-00D34388A473}" dt="2026-04-05T03:43:13.348" v="214" actId="14100"/>
          <ac:spMkLst>
            <pc:docMk/>
            <pc:sldMk cId="907637717" sldId="321"/>
            <ac:spMk id="3" creationId="{AE88CC8C-FD1B-11A1-0E37-9162E39CCF6C}"/>
          </ac:spMkLst>
        </pc:spChg>
        <pc:picChg chg="add mod">
          <ac:chgData name="Zachary Bourgeois" userId="S::n4u62@unb.ca::943b523e-56b9-4f28-b532-12bdcb930b4e" providerId="AD" clId="Web-{C7EE3F10-A775-1D9B-6D11-00D34388A473}" dt="2026-04-05T03:43:50.613" v="223"/>
          <ac:picMkLst>
            <pc:docMk/>
            <pc:sldMk cId="907637717" sldId="321"/>
            <ac:picMk id="9" creationId="{8AC8B569-A5BE-6FEF-2B06-64DF11F0BA8D}"/>
          </ac:picMkLst>
        </pc:picChg>
      </pc:sldChg>
      <pc:sldChg chg="addSp delSp modSp new">
        <pc:chgData name="Zachary Bourgeois" userId="S::n4u62@unb.ca::943b523e-56b9-4f28-b532-12bdcb930b4e" providerId="AD" clId="Web-{C7EE3F10-A775-1D9B-6D11-00D34388A473}" dt="2026-04-05T03:48:53.535" v="296" actId="1076"/>
        <pc:sldMkLst>
          <pc:docMk/>
          <pc:sldMk cId="1840715106" sldId="322"/>
        </pc:sldMkLst>
        <pc:spChg chg="mod">
          <ac:chgData name="Zachary Bourgeois" userId="S::n4u62@unb.ca::943b523e-56b9-4f28-b532-12bdcb930b4e" providerId="AD" clId="Web-{C7EE3F10-A775-1D9B-6D11-00D34388A473}" dt="2026-04-05T03:48:42.301" v="292" actId="14100"/>
          <ac:spMkLst>
            <pc:docMk/>
            <pc:sldMk cId="1840715106" sldId="322"/>
            <ac:spMk id="2" creationId="{E45DBB9A-3FFC-4072-311F-FA906D165AA8}"/>
          </ac:spMkLst>
        </pc:spChg>
        <pc:spChg chg="add mod">
          <ac:chgData name="Zachary Bourgeois" userId="S::n4u62@unb.ca::943b523e-56b9-4f28-b532-12bdcb930b4e" providerId="AD" clId="Web-{C7EE3F10-A775-1D9B-6D11-00D34388A473}" dt="2026-04-05T03:48:46.191" v="293" actId="1076"/>
          <ac:spMkLst>
            <pc:docMk/>
            <pc:sldMk cId="1840715106" sldId="322"/>
            <ac:spMk id="8" creationId="{55C069FA-9514-7E05-43AE-1A3EF8A6ACD3}"/>
          </ac:spMkLst>
        </pc:spChg>
        <pc:picChg chg="add mod ord">
          <ac:chgData name="Zachary Bourgeois" userId="S::n4u62@unb.ca::943b523e-56b9-4f28-b532-12bdcb930b4e" providerId="AD" clId="Web-{C7EE3F10-A775-1D9B-6D11-00D34388A473}" dt="2026-04-05T03:48:53.535" v="296" actId="1076"/>
          <ac:picMkLst>
            <pc:docMk/>
            <pc:sldMk cId="1840715106" sldId="322"/>
            <ac:picMk id="11" creationId="{61171413-B04B-D156-35BB-C54FF45E98C5}"/>
          </ac:picMkLst>
        </pc:picChg>
      </pc:sldChg>
      <pc:sldChg chg="add ord replId">
        <pc:chgData name="Zachary Bourgeois" userId="S::n4u62@unb.ca::943b523e-56b9-4f28-b532-12bdcb930b4e" providerId="AD" clId="Web-{C7EE3F10-A775-1D9B-6D11-00D34388A473}" dt="2026-04-05T03:49:03.347" v="297"/>
        <pc:sldMkLst>
          <pc:docMk/>
          <pc:sldMk cId="4136197263" sldId="323"/>
        </pc:sldMkLst>
      </pc:sldChg>
      <pc:sldChg chg="addSp delSp modSp new">
        <pc:chgData name="Zachary Bourgeois" userId="S::n4u62@unb.ca::943b523e-56b9-4f28-b532-12bdcb930b4e" providerId="AD" clId="Web-{C7EE3F10-A775-1D9B-6D11-00D34388A473}" dt="2026-04-05T03:51:18.050" v="316" actId="14100"/>
        <pc:sldMkLst>
          <pc:docMk/>
          <pc:sldMk cId="851464392" sldId="324"/>
        </pc:sldMkLst>
        <pc:picChg chg="add mod ord">
          <ac:chgData name="Zachary Bourgeois" userId="S::n4u62@unb.ca::943b523e-56b9-4f28-b532-12bdcb930b4e" providerId="AD" clId="Web-{C7EE3F10-A775-1D9B-6D11-00D34388A473}" dt="2026-04-05T03:51:18.050" v="316" actId="14100"/>
          <ac:picMkLst>
            <pc:docMk/>
            <pc:sldMk cId="851464392" sldId="324"/>
            <ac:picMk id="11" creationId="{9FA8DF76-EF4C-6294-BCA7-E88173DC5088}"/>
          </ac:picMkLst>
        </pc:picChg>
      </pc:sldChg>
    </pc:docChg>
  </pc:docChgLst>
  <pc:docChgLst>
    <pc:chgData name="Zachary Bourgeois" userId="S::n4u62@unb.ca::943b523e-56b9-4f28-b532-12bdcb930b4e" providerId="AD" clId="Web-{0C2B6963-EFCC-28F8-F4AB-FF48E5DE3345}"/>
    <pc:docChg chg="addSld modSld sldOrd">
      <pc:chgData name="Zachary Bourgeois" userId="S::n4u62@unb.ca::943b523e-56b9-4f28-b532-12bdcb930b4e" providerId="AD" clId="Web-{0C2B6963-EFCC-28F8-F4AB-FF48E5DE3345}" dt="2026-04-05T23:47:45.629" v="145"/>
      <pc:docMkLst>
        <pc:docMk/>
      </pc:docMkLst>
      <pc:sldChg chg="modSp ord">
        <pc:chgData name="Zachary Bourgeois" userId="S::n4u62@unb.ca::943b523e-56b9-4f28-b532-12bdcb930b4e" providerId="AD" clId="Web-{0C2B6963-EFCC-28F8-F4AB-FF48E5DE3345}" dt="2026-04-05T23:47:45.629" v="145"/>
        <pc:sldMkLst>
          <pc:docMk/>
          <pc:sldMk cId="2903256752" sldId="320"/>
        </pc:sldMkLst>
        <pc:spChg chg="mod">
          <ac:chgData name="Zachary Bourgeois" userId="S::n4u62@unb.ca::943b523e-56b9-4f28-b532-12bdcb930b4e" providerId="AD" clId="Web-{0C2B6963-EFCC-28F8-F4AB-FF48E5DE3345}" dt="2026-04-05T23:46:16.629" v="141" actId="20577"/>
          <ac:spMkLst>
            <pc:docMk/>
            <pc:sldMk cId="2903256752" sldId="320"/>
            <ac:spMk id="3" creationId="{C5096833-CF32-ABD5-8BD3-51C3584C8BFC}"/>
          </ac:spMkLst>
        </pc:spChg>
      </pc:sldChg>
      <pc:sldChg chg="ord">
        <pc:chgData name="Zachary Bourgeois" userId="S::n4u62@unb.ca::943b523e-56b9-4f28-b532-12bdcb930b4e" providerId="AD" clId="Web-{0C2B6963-EFCC-28F8-F4AB-FF48E5DE3345}" dt="2026-04-05T23:47:02.973" v="142"/>
        <pc:sldMkLst>
          <pc:docMk/>
          <pc:sldMk cId="907637717" sldId="321"/>
        </pc:sldMkLst>
      </pc:sldChg>
      <pc:sldChg chg="addSp delSp modSp new">
        <pc:chgData name="Zachary Bourgeois" userId="S::n4u62@unb.ca::943b523e-56b9-4f28-b532-12bdcb930b4e" providerId="AD" clId="Web-{0C2B6963-EFCC-28F8-F4AB-FF48E5DE3345}" dt="2026-04-05T03:54:31.199" v="19" actId="1076"/>
        <pc:sldMkLst>
          <pc:docMk/>
          <pc:sldMk cId="437502426" sldId="325"/>
        </pc:sldMkLst>
        <pc:picChg chg="add mod">
          <ac:chgData name="Zachary Bourgeois" userId="S::n4u62@unb.ca::943b523e-56b9-4f28-b532-12bdcb930b4e" providerId="AD" clId="Web-{0C2B6963-EFCC-28F8-F4AB-FF48E5DE3345}" dt="2026-04-05T03:54:26.043" v="17" actId="1076"/>
          <ac:picMkLst>
            <pc:docMk/>
            <pc:sldMk cId="437502426" sldId="325"/>
            <ac:picMk id="8" creationId="{3A89C415-06BB-3D26-E5E2-801DB0870952}"/>
          </ac:picMkLst>
        </pc:picChg>
        <pc:picChg chg="add mod">
          <ac:chgData name="Zachary Bourgeois" userId="S::n4u62@unb.ca::943b523e-56b9-4f28-b532-12bdcb930b4e" providerId="AD" clId="Web-{0C2B6963-EFCC-28F8-F4AB-FF48E5DE3345}" dt="2026-04-05T03:54:31.199" v="19" actId="1076"/>
          <ac:picMkLst>
            <pc:docMk/>
            <pc:sldMk cId="437502426" sldId="325"/>
            <ac:picMk id="9" creationId="{CDE9F32C-CA37-55F4-A6C5-2797ECC84F3C}"/>
          </ac:picMkLst>
        </pc:picChg>
      </pc:sldChg>
      <pc:sldChg chg="addSp delSp modSp new">
        <pc:chgData name="Zachary Bourgeois" userId="S::n4u62@unb.ca::943b523e-56b9-4f28-b532-12bdcb930b4e" providerId="AD" clId="Web-{0C2B6963-EFCC-28F8-F4AB-FF48E5DE3345}" dt="2026-04-05T03:55:47.189" v="30" actId="1076"/>
        <pc:sldMkLst>
          <pc:docMk/>
          <pc:sldMk cId="2302941061" sldId="326"/>
        </pc:sldMkLst>
        <pc:picChg chg="add mod ord">
          <ac:chgData name="Zachary Bourgeois" userId="S::n4u62@unb.ca::943b523e-56b9-4f28-b532-12bdcb930b4e" providerId="AD" clId="Web-{0C2B6963-EFCC-28F8-F4AB-FF48E5DE3345}" dt="2026-04-05T03:55:47.189" v="30" actId="1076"/>
          <ac:picMkLst>
            <pc:docMk/>
            <pc:sldMk cId="2302941061" sldId="326"/>
            <ac:picMk id="6" creationId="{C001A6E3-8CC4-77AB-A422-9A38454A60B9}"/>
          </ac:picMkLst>
        </pc:picChg>
      </pc:sldChg>
      <pc:sldChg chg="addSp delSp modSp new">
        <pc:chgData name="Zachary Bourgeois" userId="S::n4u62@unb.ca::943b523e-56b9-4f28-b532-12bdcb930b4e" providerId="AD" clId="Web-{0C2B6963-EFCC-28F8-F4AB-FF48E5DE3345}" dt="2026-04-05T03:57:47.877" v="50" actId="1076"/>
        <pc:sldMkLst>
          <pc:docMk/>
          <pc:sldMk cId="3735019785" sldId="327"/>
        </pc:sldMkLst>
        <pc:spChg chg="mod">
          <ac:chgData name="Zachary Bourgeois" userId="S::n4u62@unb.ca::943b523e-56b9-4f28-b532-12bdcb930b4e" providerId="AD" clId="Web-{0C2B6963-EFCC-28F8-F4AB-FF48E5DE3345}" dt="2026-04-05T03:56:33.924" v="39" actId="20577"/>
          <ac:spMkLst>
            <pc:docMk/>
            <pc:sldMk cId="3735019785" sldId="327"/>
            <ac:spMk id="2" creationId="{876D9082-8C5B-3904-1866-11D9F027BBD5}"/>
          </ac:spMkLst>
        </pc:spChg>
        <pc:picChg chg="add mod ord">
          <ac:chgData name="Zachary Bourgeois" userId="S::n4u62@unb.ca::943b523e-56b9-4f28-b532-12bdcb930b4e" providerId="AD" clId="Web-{0C2B6963-EFCC-28F8-F4AB-FF48E5DE3345}" dt="2026-04-05T03:57:31.924" v="48" actId="1076"/>
          <ac:picMkLst>
            <pc:docMk/>
            <pc:sldMk cId="3735019785" sldId="327"/>
            <ac:picMk id="6" creationId="{425E7357-B7D7-DEBB-F5D2-F164B2E0CD39}"/>
          </ac:picMkLst>
        </pc:picChg>
        <pc:picChg chg="add mod ord">
          <ac:chgData name="Zachary Bourgeois" userId="S::n4u62@unb.ca::943b523e-56b9-4f28-b532-12bdcb930b4e" providerId="AD" clId="Web-{0C2B6963-EFCC-28F8-F4AB-FF48E5DE3345}" dt="2026-04-05T03:57:20.392" v="44" actId="1076"/>
          <ac:picMkLst>
            <pc:docMk/>
            <pc:sldMk cId="3735019785" sldId="327"/>
            <ac:picMk id="7" creationId="{D0928F4E-E14F-22AB-DD30-AE4AFD393CF0}"/>
          </ac:picMkLst>
        </pc:picChg>
        <pc:picChg chg="add mod">
          <ac:chgData name="Zachary Bourgeois" userId="S::n4u62@unb.ca::943b523e-56b9-4f28-b532-12bdcb930b4e" providerId="AD" clId="Web-{0C2B6963-EFCC-28F8-F4AB-FF48E5DE3345}" dt="2026-04-05T03:57:47.877" v="50" actId="1076"/>
          <ac:picMkLst>
            <pc:docMk/>
            <pc:sldMk cId="3735019785" sldId="327"/>
            <ac:picMk id="8" creationId="{1A8936CA-4F07-36FF-451D-9689ADDA0D7E}"/>
          </ac:picMkLst>
        </pc:picChg>
      </pc:sldChg>
      <pc:sldChg chg="addSp delSp modSp new">
        <pc:chgData name="Zachary Bourgeois" userId="S::n4u62@unb.ca::943b523e-56b9-4f28-b532-12bdcb930b4e" providerId="AD" clId="Web-{0C2B6963-EFCC-28F8-F4AB-FF48E5DE3345}" dt="2026-04-05T03:58:34.267" v="59" actId="1076"/>
        <pc:sldMkLst>
          <pc:docMk/>
          <pc:sldMk cId="2951557145" sldId="328"/>
        </pc:sldMkLst>
        <pc:picChg chg="add mod ord">
          <ac:chgData name="Zachary Bourgeois" userId="S::n4u62@unb.ca::943b523e-56b9-4f28-b532-12bdcb930b4e" providerId="AD" clId="Web-{0C2B6963-EFCC-28F8-F4AB-FF48E5DE3345}" dt="2026-04-05T03:58:34.267" v="59" actId="1076"/>
          <ac:picMkLst>
            <pc:docMk/>
            <pc:sldMk cId="2951557145" sldId="328"/>
            <ac:picMk id="6" creationId="{A2FC4384-FB92-E04E-9CCD-0CB3BE44405E}"/>
          </ac:picMkLst>
        </pc:picChg>
      </pc:sldChg>
      <pc:sldChg chg="addSp delSp modSp new">
        <pc:chgData name="Zachary Bourgeois" userId="S::n4u62@unb.ca::943b523e-56b9-4f28-b532-12bdcb930b4e" providerId="AD" clId="Web-{0C2B6963-EFCC-28F8-F4AB-FF48E5DE3345}" dt="2026-04-05T04:00:55.440" v="84" actId="1076"/>
        <pc:sldMkLst>
          <pc:docMk/>
          <pc:sldMk cId="1422107701" sldId="329"/>
        </pc:sldMkLst>
        <pc:spChg chg="mod">
          <ac:chgData name="Zachary Bourgeois" userId="S::n4u62@unb.ca::943b523e-56b9-4f28-b532-12bdcb930b4e" providerId="AD" clId="Web-{0C2B6963-EFCC-28F8-F4AB-FF48E5DE3345}" dt="2026-04-05T04:00:29.346" v="76" actId="1076"/>
          <ac:spMkLst>
            <pc:docMk/>
            <pc:sldMk cId="1422107701" sldId="329"/>
            <ac:spMk id="2" creationId="{1DACD45A-6E74-42BF-807C-735967BC567C}"/>
          </ac:spMkLst>
        </pc:spChg>
        <pc:picChg chg="add mod ord modCrop">
          <ac:chgData name="Zachary Bourgeois" userId="S::n4u62@unb.ca::943b523e-56b9-4f28-b532-12bdcb930b4e" providerId="AD" clId="Web-{0C2B6963-EFCC-28F8-F4AB-FF48E5DE3345}" dt="2026-04-05T04:00:47.049" v="82" actId="1076"/>
          <ac:picMkLst>
            <pc:docMk/>
            <pc:sldMk cId="1422107701" sldId="329"/>
            <ac:picMk id="6" creationId="{CCF6E4B3-3D8A-7217-B838-253D9AD71330}"/>
          </ac:picMkLst>
        </pc:picChg>
        <pc:picChg chg="add mod ord">
          <ac:chgData name="Zachary Bourgeois" userId="S::n4u62@unb.ca::943b523e-56b9-4f28-b532-12bdcb930b4e" providerId="AD" clId="Web-{0C2B6963-EFCC-28F8-F4AB-FF48E5DE3345}" dt="2026-04-05T04:00:51.252" v="83" actId="1076"/>
          <ac:picMkLst>
            <pc:docMk/>
            <pc:sldMk cId="1422107701" sldId="329"/>
            <ac:picMk id="7" creationId="{2ED5AE28-58C0-8257-F8BF-D34DEFF3EBE3}"/>
          </ac:picMkLst>
        </pc:picChg>
        <pc:picChg chg="add mod">
          <ac:chgData name="Zachary Bourgeois" userId="S::n4u62@unb.ca::943b523e-56b9-4f28-b532-12bdcb930b4e" providerId="AD" clId="Web-{0C2B6963-EFCC-28F8-F4AB-FF48E5DE3345}" dt="2026-04-05T04:00:55.440" v="84" actId="1076"/>
          <ac:picMkLst>
            <pc:docMk/>
            <pc:sldMk cId="1422107701" sldId="329"/>
            <ac:picMk id="8" creationId="{2B8E1A61-1092-B7B6-F6CA-87A87F10523B}"/>
          </ac:picMkLst>
        </pc:picChg>
      </pc:sldChg>
      <pc:sldChg chg="addSp delSp modSp new">
        <pc:chgData name="Zachary Bourgeois" userId="S::n4u62@unb.ca::943b523e-56b9-4f28-b532-12bdcb930b4e" providerId="AD" clId="Web-{0C2B6963-EFCC-28F8-F4AB-FF48E5DE3345}" dt="2026-04-05T04:02:10.664" v="94" actId="1076"/>
        <pc:sldMkLst>
          <pc:docMk/>
          <pc:sldMk cId="1944122129" sldId="330"/>
        </pc:sldMkLst>
        <pc:picChg chg="add mod">
          <ac:chgData name="Zachary Bourgeois" userId="S::n4u62@unb.ca::943b523e-56b9-4f28-b532-12bdcb930b4e" providerId="AD" clId="Web-{0C2B6963-EFCC-28F8-F4AB-FF48E5DE3345}" dt="2026-04-05T04:02:10.664" v="94" actId="1076"/>
          <ac:picMkLst>
            <pc:docMk/>
            <pc:sldMk cId="1944122129" sldId="330"/>
            <ac:picMk id="9" creationId="{08C485D3-D95B-EF31-498F-190AADC41DD6}"/>
          </ac:picMkLst>
        </pc:picChg>
      </pc:sldChg>
      <pc:sldChg chg="addSp delSp modSp new">
        <pc:chgData name="Zachary Bourgeois" userId="S::n4u62@unb.ca::943b523e-56b9-4f28-b532-12bdcb930b4e" providerId="AD" clId="Web-{0C2B6963-EFCC-28F8-F4AB-FF48E5DE3345}" dt="2026-04-05T04:04:01.883" v="123" actId="14100"/>
        <pc:sldMkLst>
          <pc:docMk/>
          <pc:sldMk cId="426135808" sldId="331"/>
        </pc:sldMkLst>
        <pc:spChg chg="mod">
          <ac:chgData name="Zachary Bourgeois" userId="S::n4u62@unb.ca::943b523e-56b9-4f28-b532-12bdcb930b4e" providerId="AD" clId="Web-{0C2B6963-EFCC-28F8-F4AB-FF48E5DE3345}" dt="2026-04-05T04:02:48.555" v="102" actId="1076"/>
          <ac:spMkLst>
            <pc:docMk/>
            <pc:sldMk cId="426135808" sldId="331"/>
            <ac:spMk id="2" creationId="{6FB413B5-8FB8-2050-AE27-A69B06FEC2BC}"/>
          </ac:spMkLst>
        </pc:spChg>
        <pc:spChg chg="mod">
          <ac:chgData name="Zachary Bourgeois" userId="S::n4u62@unb.ca::943b523e-56b9-4f28-b532-12bdcb930b4e" providerId="AD" clId="Web-{0C2B6963-EFCC-28F8-F4AB-FF48E5DE3345}" dt="2026-04-05T04:03:24.930" v="115" actId="1076"/>
          <ac:spMkLst>
            <pc:docMk/>
            <pc:sldMk cId="426135808" sldId="331"/>
            <ac:spMk id="3" creationId="{D66B43F3-27E7-AC24-76C3-4DC82BDAF549}"/>
          </ac:spMkLst>
        </pc:spChg>
        <pc:picChg chg="add mod ord">
          <ac:chgData name="Zachary Bourgeois" userId="S::n4u62@unb.ca::943b523e-56b9-4f28-b532-12bdcb930b4e" providerId="AD" clId="Web-{0C2B6963-EFCC-28F8-F4AB-FF48E5DE3345}" dt="2026-04-05T04:03:35.851" v="120" actId="1076"/>
          <ac:picMkLst>
            <pc:docMk/>
            <pc:sldMk cId="426135808" sldId="331"/>
            <ac:picMk id="6" creationId="{D9BCCB37-3182-3323-6558-7092B2E3EF47}"/>
          </ac:picMkLst>
        </pc:picChg>
        <pc:picChg chg="add mod">
          <ac:chgData name="Zachary Bourgeois" userId="S::n4u62@unb.ca::943b523e-56b9-4f28-b532-12bdcb930b4e" providerId="AD" clId="Web-{0C2B6963-EFCC-28F8-F4AB-FF48E5DE3345}" dt="2026-04-05T04:04:01.883" v="123" actId="14100"/>
          <ac:picMkLst>
            <pc:docMk/>
            <pc:sldMk cId="426135808" sldId="331"/>
            <ac:picMk id="7" creationId="{97EE59D0-76BC-F51E-105D-F34A1B4BA408}"/>
          </ac:picMkLst>
        </pc:picChg>
      </pc:sldChg>
      <pc:sldChg chg="addSp delSp modSp new">
        <pc:chgData name="Zachary Bourgeois" userId="S::n4u62@unb.ca::943b523e-56b9-4f28-b532-12bdcb930b4e" providerId="AD" clId="Web-{0C2B6963-EFCC-28F8-F4AB-FF48E5DE3345}" dt="2026-04-05T04:04:58.758" v="134" actId="1076"/>
        <pc:sldMkLst>
          <pc:docMk/>
          <pc:sldMk cId="3778887288" sldId="332"/>
        </pc:sldMkLst>
        <pc:picChg chg="add mod">
          <ac:chgData name="Zachary Bourgeois" userId="S::n4u62@unb.ca::943b523e-56b9-4f28-b532-12bdcb930b4e" providerId="AD" clId="Web-{0C2B6963-EFCC-28F8-F4AB-FF48E5DE3345}" dt="2026-04-05T04:04:58.758" v="134" actId="1076"/>
          <ac:picMkLst>
            <pc:docMk/>
            <pc:sldMk cId="3778887288" sldId="332"/>
            <ac:picMk id="9" creationId="{9F45FAD8-7167-BEA7-2564-4FC5AAC8900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1384-8C2A-AC46-D296-2DF95CBF1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031" y="1274813"/>
            <a:ext cx="10115939" cy="2681549"/>
          </a:xfrm>
        </p:spPr>
        <p:txBody>
          <a:bodyPr>
            <a:normAutofit/>
          </a:bodyPr>
          <a:lstStyle/>
          <a:p>
            <a:br>
              <a:rPr lang="en-US">
                <a:solidFill>
                  <a:srgbClr val="FFFFFF"/>
                </a:solidFill>
                <a:latin typeface="Tisa Offc Serif Pro"/>
              </a:rPr>
            </a:br>
            <a:br>
              <a:rPr lang="en-US">
                <a:solidFill>
                  <a:srgbClr val="FFFFFF"/>
                </a:solidFill>
                <a:latin typeface="Tisa Offc Serif Pro"/>
              </a:rPr>
            </a:br>
            <a:r>
              <a:rPr lang="en-US" sz="4800">
                <a:solidFill>
                  <a:srgbClr val="FFFFFF"/>
                </a:solidFill>
                <a:latin typeface="Tisa Offc Serif Pro"/>
              </a:rPr>
              <a:t>F1 Championship</a:t>
            </a:r>
            <a:br>
              <a:rPr lang="en-US" sz="4800">
                <a:latin typeface="Tisa Offc Serif Pro"/>
              </a:rPr>
            </a:br>
            <a:r>
              <a:rPr lang="en-US" sz="4800">
                <a:solidFill>
                  <a:srgbClr val="FFFFFF"/>
                </a:solidFill>
                <a:latin typeface="Tisa Offc Serif Pro"/>
              </a:rPr>
              <a:t>Standings Database</a:t>
            </a:r>
          </a:p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606B8-D15C-3916-2C66-49DEC593A3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8031" y="3445861"/>
            <a:ext cx="10115939" cy="2343969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latin typeface="Segoe UI"/>
                <a:cs typeface="Segoe UI"/>
              </a:rPr>
              <a:t>CS 1103 Final Project</a:t>
            </a:r>
            <a:endParaRPr lang="en-US" sz="240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latin typeface="Segoe UI"/>
                <a:cs typeface="Segoe UI"/>
              </a:rPr>
              <a:t>By Zachary Bourgeois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34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7F943-4B69-71EC-DB09-A836C137A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968" y="-346071"/>
            <a:ext cx="9808773" cy="1427585"/>
          </a:xfrm>
        </p:spPr>
        <p:txBody>
          <a:bodyPr/>
          <a:lstStyle/>
          <a:p>
            <a:r>
              <a:rPr lang="en-US"/>
              <a:t>What is f1?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C7718-66D3-7422-565A-26632C9CAC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9" name="Picture 8" descr="Another team will likely skip the start of the Formula 1 season">
            <a:extLst>
              <a:ext uri="{FF2B5EF4-FFF2-40B4-BE49-F238E27FC236}">
                <a16:creationId xmlns:a16="http://schemas.microsoft.com/office/drawing/2014/main" id="{E31B1AAD-1FD6-2FCE-8379-80042913B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79" y="1363621"/>
            <a:ext cx="6249052" cy="4140526"/>
          </a:xfrm>
          <a:prstGeom prst="rect">
            <a:avLst/>
          </a:prstGeom>
        </p:spPr>
      </p:pic>
      <p:pic>
        <p:nvPicPr>
          <p:cNvPr id="10" name="Picture 9" descr="Formula One - Racing Points System">
            <a:extLst>
              <a:ext uri="{FF2B5EF4-FFF2-40B4-BE49-F238E27FC236}">
                <a16:creationId xmlns:a16="http://schemas.microsoft.com/office/drawing/2014/main" id="{5FB79501-32DD-63D7-9A9E-A7740BF8C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372" y="3694358"/>
            <a:ext cx="2871421" cy="2995978"/>
          </a:xfrm>
          <a:prstGeom prst="rect">
            <a:avLst/>
          </a:prstGeom>
        </p:spPr>
      </p:pic>
      <p:pic>
        <p:nvPicPr>
          <p:cNvPr id="13" name="Picture 12" descr="Formula 1 News: 24-race 2025 F1 Calendar Released">
            <a:extLst>
              <a:ext uri="{FF2B5EF4-FFF2-40B4-BE49-F238E27FC236}">
                <a16:creationId xmlns:a16="http://schemas.microsoft.com/office/drawing/2014/main" id="{11AD5141-9406-1ABF-80A0-3B87B4E12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010" y="114528"/>
            <a:ext cx="3866661" cy="344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137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A49D6-83BF-7C0F-BFDE-A229109223F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Picture 6" descr="Final Driver Standings Top 10 of the 2023 season : r/formula1">
            <a:extLst>
              <a:ext uri="{FF2B5EF4-FFF2-40B4-BE49-F238E27FC236}">
                <a16:creationId xmlns:a16="http://schemas.microsoft.com/office/drawing/2014/main" id="{48B45A14-C145-D1F0-6F7E-9C51DCC3F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394" y="258887"/>
            <a:ext cx="4764615" cy="6148915"/>
          </a:xfrm>
          <a:prstGeom prst="rect">
            <a:avLst/>
          </a:prstGeom>
        </p:spPr>
      </p:pic>
      <p:pic>
        <p:nvPicPr>
          <p:cNvPr id="10" name="Picture 9" descr="2023 Final Team Standings : r/formula1">
            <a:extLst>
              <a:ext uri="{FF2B5EF4-FFF2-40B4-BE49-F238E27FC236}">
                <a16:creationId xmlns:a16="http://schemas.microsoft.com/office/drawing/2014/main" id="{9B09786B-E9B4-ACF4-F446-8365C4501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733" y="254001"/>
            <a:ext cx="4859867" cy="614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460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6F71E8-8D71-9405-3A01-01C3B8F8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 sz="4000"/>
              <a:t>Introduction</a:t>
            </a:r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C90C5-5198-C255-02F9-1608AA49E08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232701" y="1510049"/>
            <a:ext cx="4627186" cy="4119463"/>
          </a:xfrm>
        </p:spPr>
        <p:txBody>
          <a:bodyPr vert="horz" lIns="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>
                <a:solidFill>
                  <a:srgbClr val="000000"/>
                </a:solidFill>
                <a:latin typeface="Univers Light"/>
                <a:cs typeface="Arial"/>
              </a:rPr>
              <a:t>Simulation of a formula 1 championship database</a:t>
            </a:r>
            <a:endParaRPr lang="en-US"/>
          </a:p>
          <a:p>
            <a:pPr marL="342900" indent="-342900">
              <a:buChar char="•"/>
            </a:pPr>
            <a:r>
              <a:rPr lang="en-US">
                <a:solidFill>
                  <a:srgbClr val="000000"/>
                </a:solidFill>
                <a:latin typeface="Univers Light"/>
                <a:cs typeface="Arial"/>
              </a:rPr>
              <a:t>Uses 24 races, sprint races excluded</a:t>
            </a:r>
          </a:p>
          <a:p>
            <a:pPr marL="342900" indent="-342900">
              <a:buChar char="•"/>
            </a:pPr>
            <a:r>
              <a:rPr lang="en-US">
                <a:solidFill>
                  <a:srgbClr val="000000"/>
                </a:solidFill>
                <a:latin typeface="Univers Light"/>
                <a:cs typeface="Arial"/>
              </a:rPr>
              <a:t>Allows user to input results, view races, standings, race results</a:t>
            </a:r>
          </a:p>
          <a:p>
            <a:pPr marL="342900" indent="-342900">
              <a:buChar char="•"/>
            </a:pPr>
            <a:r>
              <a:rPr lang="en-US">
                <a:solidFill>
                  <a:srgbClr val="000000"/>
                </a:solidFill>
                <a:latin typeface="Univers Light"/>
                <a:cs typeface="Arial"/>
              </a:rPr>
              <a:t>Automatically calculates standings</a:t>
            </a:r>
          </a:p>
          <a:p>
            <a:pPr marL="342900" indent="-342900">
              <a:buChar char="•"/>
            </a:pPr>
            <a:r>
              <a:rPr lang="en-US">
                <a:solidFill>
                  <a:srgbClr val="000000"/>
                </a:solidFill>
                <a:latin typeface="Univers Light"/>
                <a:cs typeface="Arial"/>
              </a:rPr>
              <a:t>Designed for a race Stewart (or anyone that manages results)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518A5-1C9D-79F3-349C-3E7AAFD989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Content Placeholder 7" descr="A white screen with black text&#10;&#10;AI-generated content may be incorrect.">
            <a:extLst>
              <a:ext uri="{FF2B5EF4-FFF2-40B4-BE49-F238E27FC236}">
                <a16:creationId xmlns:a16="http://schemas.microsoft.com/office/drawing/2014/main" id="{D7721B4E-EB8B-B29C-8001-FDF8CC0FEDFD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6092780" y="1877618"/>
            <a:ext cx="5609956" cy="311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82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3388C-1EF5-88B8-D6BB-1AAC6549B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/>
              <a:t>Entities &amp;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AB415-9858-ECC3-31C6-029E6D72BDE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b="1"/>
              <a:t>Entities:</a:t>
            </a:r>
          </a:p>
          <a:p>
            <a:pPr marL="0" indent="0">
              <a:buNone/>
            </a:pPr>
            <a:r>
              <a:rPr lang="en-US" sz="2800"/>
              <a:t>Teams</a:t>
            </a:r>
          </a:p>
          <a:p>
            <a:pPr marL="0" indent="0">
              <a:buNone/>
            </a:pPr>
            <a:r>
              <a:rPr lang="en-US" sz="2800"/>
              <a:t>Drivers</a:t>
            </a:r>
          </a:p>
          <a:p>
            <a:pPr marL="0" indent="0">
              <a:buNone/>
            </a:pPr>
            <a:r>
              <a:rPr lang="en-US" sz="2800"/>
              <a:t>Races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75A30-78C0-D368-080E-6B78D80A8C0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r>
              <a:rPr lang="en-US" sz="2800" b="1"/>
              <a:t>Relationships:</a:t>
            </a:r>
          </a:p>
          <a:p>
            <a:r>
              <a:rPr lang="en-US" sz="2800" err="1"/>
              <a:t>RaceResults</a:t>
            </a:r>
            <a:endParaRPr lang="en-US" sz="2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D6E20-43D9-94FE-7467-E8E284A148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62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2EF1C1-5933-D909-38D2-D22F630A8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7" y="-118627"/>
            <a:ext cx="9808773" cy="1427585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DDL statements for entity tables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D94129-1999-7159-E6E3-7D6C478655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3004F-891E-E0B4-FC2D-A5949EC33A3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206418" y="1065357"/>
            <a:ext cx="3717588" cy="4800598"/>
          </a:xfr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CREATE TABLE teams (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    </a:t>
            </a:r>
            <a:r>
              <a:rPr lang="en-US" sz="1800" err="1">
                <a:ea typeface="+mn-lt"/>
                <a:cs typeface="+mn-lt"/>
              </a:rPr>
              <a:t>team_id</a:t>
            </a:r>
            <a:r>
              <a:rPr lang="en-US" sz="1800">
                <a:ea typeface="+mn-lt"/>
                <a:cs typeface="+mn-lt"/>
              </a:rPr>
              <a:t> INTEGER PRIMARY KEY,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    name TEXT,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    country TEXT,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    points INTEGER );</a:t>
            </a:r>
            <a:endParaRPr lang="en-US" sz="180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D9FC30-5CF1-4383-9E7F-AC02450DD0B1}"/>
              </a:ext>
            </a:extLst>
          </p:cNvPr>
          <p:cNvSpPr txBox="1">
            <a:spLocks/>
          </p:cNvSpPr>
          <p:nvPr/>
        </p:nvSpPr>
        <p:spPr>
          <a:xfrm>
            <a:off x="4621465" y="1067503"/>
            <a:ext cx="4490320" cy="4800598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ea typeface="+mn-lt"/>
                <a:cs typeface="+mn-lt"/>
              </a:rPr>
              <a:t>CREATE TABLE drivers (</a:t>
            </a:r>
          </a:p>
          <a:p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driver_id</a:t>
            </a:r>
            <a:r>
              <a:rPr lang="en-US" sz="1800">
                <a:ea typeface="+mn-lt"/>
                <a:cs typeface="+mn-lt"/>
              </a:rPr>
              <a:t> INTEGER PRIMARY KEY,</a:t>
            </a:r>
          </a:p>
          <a:p>
            <a:r>
              <a:rPr lang="en-US" sz="1800">
                <a:ea typeface="+mn-lt"/>
                <a:cs typeface="+mn-lt"/>
              </a:rPr>
              <a:t> name TEXT NOT NULL,</a:t>
            </a:r>
          </a:p>
          <a:p>
            <a:r>
              <a:rPr lang="en-US" sz="1800">
                <a:ea typeface="+mn-lt"/>
                <a:cs typeface="+mn-lt"/>
              </a:rPr>
              <a:t> nationality TEXT,</a:t>
            </a:r>
          </a:p>
          <a:p>
            <a:r>
              <a:rPr lang="en-US" sz="1800">
                <a:ea typeface="+mn-lt"/>
                <a:cs typeface="+mn-lt"/>
              </a:rPr>
              <a:t> number INTEGER UNIQUE,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 points INTEGER,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team_id</a:t>
            </a:r>
            <a:r>
              <a:rPr lang="en-US" sz="1800">
                <a:ea typeface="+mn-lt"/>
                <a:cs typeface="+mn-lt"/>
              </a:rPr>
              <a:t> INTEGER,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 FOREIGN KEY (</a:t>
            </a:r>
            <a:r>
              <a:rPr lang="en-US" sz="1800" err="1">
                <a:ea typeface="+mn-lt"/>
                <a:cs typeface="+mn-lt"/>
              </a:rPr>
              <a:t>team_id</a:t>
            </a:r>
            <a:r>
              <a:rPr lang="en-US" sz="1800">
                <a:ea typeface="+mn-lt"/>
                <a:cs typeface="+mn-lt"/>
              </a:rPr>
              <a:t>) REFERENCES teams(</a:t>
            </a:r>
            <a:r>
              <a:rPr lang="en-US" sz="1800" err="1">
                <a:ea typeface="+mn-lt"/>
                <a:cs typeface="+mn-lt"/>
              </a:rPr>
              <a:t>team_id</a:t>
            </a:r>
            <a:r>
              <a:rPr lang="en-US" sz="1800">
                <a:ea typeface="+mn-lt"/>
                <a:cs typeface="+mn-lt"/>
              </a:rPr>
              <a:t>) );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F891184-9698-0DB9-4FE1-A465FCC923F0}"/>
              </a:ext>
            </a:extLst>
          </p:cNvPr>
          <p:cNvSpPr txBox="1">
            <a:spLocks/>
          </p:cNvSpPr>
          <p:nvPr/>
        </p:nvSpPr>
        <p:spPr>
          <a:xfrm>
            <a:off x="8495859" y="627473"/>
            <a:ext cx="4468855" cy="4500091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>
              <a:ea typeface="+mn-lt"/>
              <a:cs typeface="+mn-lt"/>
            </a:endParaRPr>
          </a:p>
          <a:p>
            <a:r>
              <a:rPr lang="en-US" sz="1800">
                <a:ea typeface="+mn-lt"/>
                <a:cs typeface="+mn-lt"/>
              </a:rPr>
              <a:t>CREATE TABLE races (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race_id</a:t>
            </a:r>
            <a:r>
              <a:rPr lang="en-US" sz="1800">
                <a:ea typeface="+mn-lt"/>
                <a:cs typeface="+mn-lt"/>
              </a:rPr>
              <a:t> INTEGER PRIMARY KEY,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race_name</a:t>
            </a:r>
            <a:r>
              <a:rPr lang="en-US" sz="1800">
                <a:ea typeface="+mn-lt"/>
                <a:cs typeface="+mn-lt"/>
              </a:rPr>
              <a:t> TEXT NOT NULL,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track_name</a:t>
            </a:r>
            <a:r>
              <a:rPr lang="en-US" sz="1800">
                <a:ea typeface="+mn-lt"/>
                <a:cs typeface="+mn-lt"/>
              </a:rPr>
              <a:t> TEXT NOT NULL,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 location TEXT NOT NULL );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2250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B6BEE-D7E4-2C03-2F71-85BDC7AFD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FE45E7-19C3-FFC2-22C6-3AC9C5F38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7" y="-118627"/>
            <a:ext cx="9808773" cy="1427585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DDL statements for relationship tables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A2788F-8C99-4CD4-700A-93CFE4925B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E8914-F023-578C-F8C4-B648129EC8F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206418" y="1065357"/>
            <a:ext cx="9126714" cy="4864992"/>
          </a:xfrm>
        </p:spPr>
        <p:txBody>
          <a:bodyPr vert="horz" lIns="0" tIns="45720" rIns="91440" bIns="45720" rtlCol="0" anchor="t">
            <a:normAutofit fontScale="92500" lnSpcReduction="20000"/>
          </a:bodyPr>
          <a:lstStyle/>
          <a:p>
            <a:r>
              <a:rPr lang="en-US" sz="1800">
                <a:ea typeface="+mn-lt"/>
                <a:cs typeface="+mn-lt"/>
              </a:rPr>
              <a:t>CCREATE TABLE </a:t>
            </a:r>
            <a:r>
              <a:rPr lang="en-US" sz="1800" err="1">
                <a:ea typeface="+mn-lt"/>
                <a:cs typeface="+mn-lt"/>
              </a:rPr>
              <a:t>raceResults</a:t>
            </a:r>
            <a:r>
              <a:rPr lang="en-US" sz="1800">
                <a:ea typeface="+mn-lt"/>
                <a:cs typeface="+mn-lt"/>
              </a:rPr>
              <a:t> (</a:t>
            </a:r>
          </a:p>
          <a:p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result_id</a:t>
            </a:r>
            <a:r>
              <a:rPr lang="en-US" sz="1800">
                <a:ea typeface="+mn-lt"/>
                <a:cs typeface="+mn-lt"/>
              </a:rPr>
              <a:t> INTEGER PRIMARY KEY,</a:t>
            </a:r>
            <a:endParaRPr lang="en-US">
              <a:ea typeface="+mn-lt"/>
              <a:cs typeface="+mn-lt"/>
            </a:endParaRPr>
          </a:p>
          <a:p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race_id</a:t>
            </a:r>
            <a:r>
              <a:rPr lang="en-US" sz="1800">
                <a:ea typeface="+mn-lt"/>
                <a:cs typeface="+mn-lt"/>
              </a:rPr>
              <a:t> INTEGER NOT NULL,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driver_id</a:t>
            </a:r>
            <a:r>
              <a:rPr lang="en-US" sz="1800">
                <a:ea typeface="+mn-lt"/>
                <a:cs typeface="+mn-lt"/>
              </a:rPr>
              <a:t> INTEGER NOT NULL,</a:t>
            </a:r>
            <a:endParaRPr lang="en-US">
              <a:ea typeface="+mn-lt"/>
              <a:cs typeface="+mn-lt"/>
            </a:endParaRPr>
          </a:p>
          <a:p>
            <a:r>
              <a:rPr lang="en-US" sz="1800">
                <a:ea typeface="+mn-lt"/>
                <a:cs typeface="+mn-lt"/>
              </a:rPr>
              <a:t> position INTEGER,</a:t>
            </a:r>
            <a:endParaRPr lang="en-US">
              <a:ea typeface="+mn-lt"/>
              <a:cs typeface="+mn-lt"/>
            </a:endParaRPr>
          </a:p>
          <a:p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points_earned</a:t>
            </a:r>
            <a:r>
              <a:rPr lang="en-US" sz="1800">
                <a:ea typeface="+mn-lt"/>
                <a:cs typeface="+mn-lt"/>
              </a:rPr>
              <a:t> INTEGER,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 FOREIGN KEY (</a:t>
            </a:r>
            <a:r>
              <a:rPr lang="en-US" sz="1800" err="1">
                <a:ea typeface="+mn-lt"/>
                <a:cs typeface="+mn-lt"/>
              </a:rPr>
              <a:t>race_id</a:t>
            </a:r>
            <a:r>
              <a:rPr lang="en-US" sz="1800">
                <a:ea typeface="+mn-lt"/>
                <a:cs typeface="+mn-lt"/>
              </a:rPr>
              <a:t>) REFERENCES races(</a:t>
            </a:r>
            <a:r>
              <a:rPr lang="en-US" sz="1800" err="1">
                <a:ea typeface="+mn-lt"/>
                <a:cs typeface="+mn-lt"/>
              </a:rPr>
              <a:t>race_id</a:t>
            </a:r>
            <a:r>
              <a:rPr lang="en-US" sz="1800">
                <a:ea typeface="+mn-lt"/>
                <a:cs typeface="+mn-lt"/>
              </a:rPr>
              <a:t>),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 FOREIGN KEY (</a:t>
            </a:r>
            <a:r>
              <a:rPr lang="en-US" sz="1800" err="1">
                <a:ea typeface="+mn-lt"/>
                <a:cs typeface="+mn-lt"/>
              </a:rPr>
              <a:t>driver_id</a:t>
            </a:r>
            <a:r>
              <a:rPr lang="en-US" sz="1800">
                <a:ea typeface="+mn-lt"/>
                <a:cs typeface="+mn-lt"/>
              </a:rPr>
              <a:t>) REFERENCES drivers(</a:t>
            </a:r>
            <a:r>
              <a:rPr lang="en-US" sz="1800" err="1">
                <a:ea typeface="+mn-lt"/>
                <a:cs typeface="+mn-lt"/>
              </a:rPr>
              <a:t>driver_id</a:t>
            </a:r>
            <a:r>
              <a:rPr lang="en-US" sz="1800">
                <a:ea typeface="+mn-lt"/>
                <a:cs typeface="+mn-lt"/>
              </a:rPr>
              <a:t>),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 UNIQUE (</a:t>
            </a:r>
            <a:r>
              <a:rPr lang="en-US" sz="1800" err="1">
                <a:ea typeface="+mn-lt"/>
                <a:cs typeface="+mn-lt"/>
              </a:rPr>
              <a:t>race_id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driver_id</a:t>
            </a:r>
            <a:r>
              <a:rPr lang="en-US" sz="1800">
                <a:ea typeface="+mn-lt"/>
                <a:cs typeface="+mn-lt"/>
              </a:rPr>
              <a:t>),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 UNIQUE (</a:t>
            </a:r>
            <a:r>
              <a:rPr lang="en-US" sz="1800" err="1">
                <a:ea typeface="+mn-lt"/>
                <a:cs typeface="+mn-lt"/>
              </a:rPr>
              <a:t>race_id</a:t>
            </a:r>
            <a:r>
              <a:rPr lang="en-US" sz="1800">
                <a:ea typeface="+mn-lt"/>
                <a:cs typeface="+mn-lt"/>
              </a:rPr>
              <a:t>, position) );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0875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14493-8B9F-D7B5-FFDD-2C8C839BF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Insert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96833-CF32-ABD5-8BD3-51C3584C8BF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93690" y="1735430"/>
            <a:ext cx="9100281" cy="4527292"/>
          </a:xfrm>
        </p:spPr>
        <p:txBody>
          <a:bodyPr vert="horz" lIns="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INSERT INTO teams VALUES (1, 'Ferrari', 'Italy', 0);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INSERT INTO teams VALUES (2, 'McLaren', 'UK', 0);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INSERT INTO drivers VALUES (1, 'Lewis Hamilton', 'UK', 44, 0, 1);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INSERT INTO drivers VALUES (2, 'Charles Leclerc', 'Monaco', 16, 0, 1);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INSERT INTO races VALUES (1, 'Australian Grand Prix', 'Albert Park Circuit', 'Melbourne, Australia');</a:t>
            </a:r>
          </a:p>
          <a:p>
            <a:pPr marL="0" indent="0">
              <a:buNone/>
            </a:pP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INSERT INTO </a:t>
            </a:r>
            <a:r>
              <a:rPr lang="en-US" err="1">
                <a:ea typeface="+mn-lt"/>
                <a:cs typeface="+mn-lt"/>
              </a:rPr>
              <a:t>raceResults</a:t>
            </a:r>
            <a:r>
              <a:rPr lang="en-US">
                <a:ea typeface="+mn-lt"/>
                <a:cs typeface="+mn-lt"/>
              </a:rPr>
              <a:t> VALUES (1, 1, 7, 1, 25);</a:t>
            </a:r>
          </a:p>
          <a:p>
            <a:pPr>
              <a:buNone/>
            </a:pPr>
            <a:endParaRPr lang="en-US">
              <a:ea typeface="+mn-lt"/>
              <a:cs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2205D2-EAF0-3E75-6A02-77E40BF18A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256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C15354-374E-4710-792F-592E588B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955" y="-571"/>
            <a:ext cx="9808773" cy="1427585"/>
          </a:xfrm>
        </p:spPr>
        <p:txBody>
          <a:bodyPr/>
          <a:lstStyle/>
          <a:p>
            <a:r>
              <a:rPr lang="en-US"/>
              <a:t>ER DIAGRAM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56543-DA8C-CEE2-0E13-19DE61C134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" name="Picture 3" descr="A diagram of drivers identification&#10;&#10;AI-generated content may be incorrect.">
            <a:extLst>
              <a:ext uri="{FF2B5EF4-FFF2-40B4-BE49-F238E27FC236}">
                <a16:creationId xmlns:a16="http://schemas.microsoft.com/office/drawing/2014/main" id="{A565AC43-4A3E-E10F-A0D2-7593A4B36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76" y="1424456"/>
            <a:ext cx="11869616" cy="320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10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17AFF-248E-1DB2-13BA-1A1ED7A37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SQL Operations Used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8CC8C-FD1B-11A1-0E37-9162E39CCF6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15154" y="2057401"/>
            <a:ext cx="4313634" cy="4183857"/>
          </a:xfr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CREATE → tables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INSERT → teams, drivers, races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SELECT → standings, race results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UPDATE → driver and team points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DELETE → disqualification</a:t>
            </a:r>
            <a:endParaRPr lang="en-US"/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B94B6-25E9-9503-FBB2-ED066369E6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9" name="Content Placeholder 7" descr="A white screen with black text&#10;&#10;AI-generated content may be incorrect.">
            <a:extLst>
              <a:ext uri="{FF2B5EF4-FFF2-40B4-BE49-F238E27FC236}">
                <a16:creationId xmlns:a16="http://schemas.microsoft.com/office/drawing/2014/main" id="{8AC8B569-A5BE-6FEF-2B06-64DF11F0BA8D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6092780" y="1877618"/>
            <a:ext cx="5609956" cy="311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637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B3A2E6-8C88-143E-99AD-B0CA0B676A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A89C415-06BB-3D26-E5E2-801DB0870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70" y="0"/>
            <a:ext cx="8323764" cy="6858000"/>
          </a:xfrm>
          <a:prstGeom prst="rect">
            <a:avLst/>
          </a:prstGeom>
        </p:spPr>
      </p:pic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DE9F32C-CA37-55F4-A6C5-2797ECC84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174" y="0"/>
            <a:ext cx="59224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502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CDE5-3179-6C55-0B43-6F8C982F3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C859F-0499-91D4-4A46-5D59EC094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6" y="718499"/>
            <a:ext cx="4410380" cy="1427585"/>
          </a:xfrm>
        </p:spPr>
        <p:txBody>
          <a:bodyPr>
            <a:normAutofit fontScale="90000"/>
          </a:bodyPr>
          <a:lstStyle/>
          <a:p>
            <a:pPr marL="742950" indent="-742950">
              <a:buAutoNum type="arabicPeriod"/>
            </a:pPr>
            <a:r>
              <a:rPr lang="en-US"/>
              <a:t>View Championship Standings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FD8B2-E104-13C9-D137-8CA52878593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99999" y="2282782"/>
            <a:ext cx="3680424" cy="4183857"/>
          </a:xfrm>
        </p:spPr>
        <p:txBody>
          <a:bodyPr vert="horz" lIns="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Used current championship standings as of race 3 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DADEA7-DE55-F7BE-D661-873191E1E815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5306011" y="297289"/>
            <a:ext cx="5728499" cy="633033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B9B89-EA74-C05E-D7E6-4AA475F3F77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19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FA8DF76-EF4C-6294-BCA7-E88173DC5088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-1523" y="-4628"/>
            <a:ext cx="12201945" cy="688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464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DBB9A-3FFC-4072-311F-FA906D165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6" y="718499"/>
            <a:ext cx="3444465" cy="1449049"/>
          </a:xfrm>
        </p:spPr>
        <p:txBody>
          <a:bodyPr>
            <a:normAutofit/>
          </a:bodyPr>
          <a:lstStyle/>
          <a:p>
            <a:r>
              <a:rPr lang="en-US"/>
              <a:t>2. View race calendar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C85025-5021-CA67-47D3-DF659F65BC7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C069FA-9514-7E05-43AE-1A3EF8A6AC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99998" y="1939345"/>
            <a:ext cx="3068678" cy="4119463"/>
          </a:xfrm>
        </p:spPr>
        <p:txBody>
          <a:bodyPr vert="horz" lIns="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Shows all the races</a:t>
            </a:r>
          </a:p>
          <a:p>
            <a:pPr marL="0" indent="0">
              <a:buNone/>
            </a:pPr>
            <a:r>
              <a:rPr lang="en-US"/>
              <a:t>In order</a:t>
            </a:r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171413-B04B-D156-35BB-C54FF45E98C5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4736565" y="205242"/>
            <a:ext cx="5826348" cy="585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15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001A6E3-8CC4-77AB-A422-9A38454A60B9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417040" y="1668443"/>
            <a:ext cx="11600931" cy="35128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5BEB8-B247-C660-504F-EE583F3AEFE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941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D9082-8C5B-3904-1866-11D9F027B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View Race Results</a:t>
            </a:r>
          </a:p>
        </p:txBody>
      </p:sp>
      <p:pic>
        <p:nvPicPr>
          <p:cNvPr id="6" name="Content Placeholder 5" descr="A close-up of a message&#10;&#10;AI-generated content may be incorrect.">
            <a:extLst>
              <a:ext uri="{FF2B5EF4-FFF2-40B4-BE49-F238E27FC236}">
                <a16:creationId xmlns:a16="http://schemas.microsoft.com/office/drawing/2014/main" id="{425E7357-B7D7-DEBB-F5D2-F164B2E0CD39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6538338" y="121730"/>
            <a:ext cx="4745998" cy="1583564"/>
          </a:xfrm>
          <a:prstGeom prst="rect">
            <a:avLst/>
          </a:prstGeom>
        </p:spPr>
      </p:pic>
      <p:pic>
        <p:nvPicPr>
          <p:cNvPr id="7" name="Content Placeholder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0928F4E-E14F-22AB-DD30-AE4AFD393CF0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tretch>
            <a:fillRect/>
          </a:stretch>
        </p:blipFill>
        <p:spPr>
          <a:xfrm>
            <a:off x="6509893" y="2092803"/>
            <a:ext cx="4769610" cy="41774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708886-EBCD-BAE2-63B1-92A1F28DEE9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8936CA-4F07-36FF-451D-9689ADDA0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972" y="1711616"/>
            <a:ext cx="381000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19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2FC4384-FB92-E04E-9CCD-0CB3BE44405E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393688" y="93593"/>
            <a:ext cx="8198761" cy="650161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02529E-3296-C387-8C74-342B80BC54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557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CD45A-6E74-42BF-807C-735967BC5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7" y="-32768"/>
            <a:ext cx="9808773" cy="1427585"/>
          </a:xfrm>
        </p:spPr>
        <p:txBody>
          <a:bodyPr/>
          <a:lstStyle/>
          <a:p>
            <a:r>
              <a:rPr lang="en-US"/>
              <a:t>4. Input Race Results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F6E4B3-3D8A-7217-B838-253D9AD71330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rcRect t="44318"/>
          <a:stretch>
            <a:fillRect/>
          </a:stretch>
        </p:blipFill>
        <p:spPr>
          <a:xfrm>
            <a:off x="899999" y="876282"/>
            <a:ext cx="4549748" cy="2103182"/>
          </a:xfrm>
          <a:prstGeom prst="rect">
            <a:avLst/>
          </a:prstGeom>
        </p:spPr>
      </p:pic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D5AE28-58C0-8257-F8BF-D34DEFF3EBE3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tretch>
            <a:fillRect/>
          </a:stretch>
        </p:blipFill>
        <p:spPr>
          <a:xfrm>
            <a:off x="1023981" y="3138682"/>
            <a:ext cx="6085857" cy="345637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E2BB3-4964-20DD-16AC-A9336920B0A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B8E1A61-1092-B7B6-F6CA-87A87F105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2652" y="1120287"/>
            <a:ext cx="4581525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107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9438D7-AEDD-BDA7-B82A-701919761D8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8C485D3-D95B-EF31-498F-190AADC41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815" y="-4830"/>
            <a:ext cx="9572625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122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413B5-8FB8-2050-AE27-A69B06FEC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72" y="-571"/>
            <a:ext cx="9808773" cy="1427585"/>
          </a:xfrm>
        </p:spPr>
        <p:txBody>
          <a:bodyPr/>
          <a:lstStyle/>
          <a:p>
            <a:r>
              <a:rPr lang="en-US"/>
              <a:t>5. Disqualify a driver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B43F3-27E7-AC24-76C3-4DC82BDAF54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39520" y="1338331"/>
            <a:ext cx="5054170" cy="4173124"/>
          </a:xfr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/>
              <a:t>Prompts for race</a:t>
            </a:r>
          </a:p>
          <a:p>
            <a:r>
              <a:rPr lang="en-US"/>
              <a:t>Prompts for driver to disqualify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BCCB37-3182-3323-6558-7092B2E3EF47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410405" y="2211863"/>
            <a:ext cx="5345403" cy="85912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CF4F52-6238-BBC4-2D8D-43C0F8A4F6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EE59D0-76BC-F51E-105D-F34A1B4BA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802" y="319289"/>
            <a:ext cx="5428847" cy="632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35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3E89D9-0184-66A3-C712-7F56CF70582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F45FAD8-7167-BEA7-2564-4FC5AAC89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09" y="245772"/>
            <a:ext cx="11285515" cy="636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88728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DD27D0-5B6E-4A0E-95B2-BB37F9D88615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A98CD342-50C4-441F-B4A3-7D5ADB0571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AE0208-DBD5-43E1-AC6B-D2AD9623F0B9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Custom</vt:lpstr>
      <vt:lpstr>  F1 Championship Standings Database </vt:lpstr>
      <vt:lpstr>What is f1?</vt:lpstr>
      <vt:lpstr>PowerPoint Presentation</vt:lpstr>
      <vt:lpstr>Introduction </vt:lpstr>
      <vt:lpstr>Entities &amp; Relationships</vt:lpstr>
      <vt:lpstr>DDL statements for entity tables</vt:lpstr>
      <vt:lpstr>DDL statements for relationship tables</vt:lpstr>
      <vt:lpstr>Sample Insert Statements</vt:lpstr>
      <vt:lpstr>ER DIAGRAM</vt:lpstr>
      <vt:lpstr>SQL Operations Used</vt:lpstr>
      <vt:lpstr>PowerPoint Presentation</vt:lpstr>
      <vt:lpstr>View Championship Standings</vt:lpstr>
      <vt:lpstr>PowerPoint Presentation</vt:lpstr>
      <vt:lpstr>2. View race calendar</vt:lpstr>
      <vt:lpstr>PowerPoint Presentation</vt:lpstr>
      <vt:lpstr>3. View Race Results</vt:lpstr>
      <vt:lpstr>PowerPoint Presentation</vt:lpstr>
      <vt:lpstr>4. Input Race Results</vt:lpstr>
      <vt:lpstr>PowerPoint Presentation</vt:lpstr>
      <vt:lpstr>5. Disqualify a driver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2026-04-05T00:53:37Z</dcterms:created>
  <dcterms:modified xsi:type="dcterms:W3CDTF">2026-04-09T01:39:10Z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